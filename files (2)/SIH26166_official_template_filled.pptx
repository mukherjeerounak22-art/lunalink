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SIH26166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Multi-Instrument Lunar Image Registration Against External Reference Imagery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Space Technology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&lt;Your Team ID&gt;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- &lt;Your Team Name&gt;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A generic, evaluable registration pipeline for Chandrayaan-2 OHRC/TMC-2/IIRS imagery, matched against LROC NAC/SELENE reference imagery, combining classical SIFT with a novel shadow-invariant learned patch descriptor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Classical matching (SIFT/ASIFT) is documented (ISRO SAC, 2025) to fail under lunar shadow and intensity shift; our descriptor adds shadow-robust candidates alongside SIFT, feeding the same RANSAC verification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Triplet-trained Siamese descriptor using physically-rendered (Lommel-Seeliger) synthetic sun-angle pairs from real DEM data - closed-form geometry everywhere except this one learned component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&lt;Your Team Name&gt;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React + Vite + React Three Fiber (frontend); FastAPI + ONNX Runtime (compute backend); PyTorch (descriptor training); Supabase (DB/Auth/Storage); Upstash Redis (job status, rate-limiting); Sentry (error tracking); Gemini API (result narration)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Pipeline: ingest -&gt; geometry -&gt; photometric correction -&gt; match (SIFT + learned descriptor, in parallel) -&gt; RANSAC + homography verification -&gt; evaluate -&gt; visualize (R3F terrain with contour lines)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&lt;Your Team Name&gt;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Geometry stack (homography, triangulation, RANSAC) is closed-form and already implementable; only the descriptor needs training, on a small DEM-derived synthetic dataset (a few MB, minutes on a free-tier GPU)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PRADAN registration approval lag; OHRC's narrow ~12x3 km footprint can mean near-zero overlap with reference imagery; shadow-consistency check shares a DEM dependency with the geometry it validates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Strategy</a:t>
            </a:r>
            <a:r>
              <a:rPr kumimoji="0" lang="en-US" sz="1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: register on PRADAN day one; browse and confirm coverage on LROC QuickMap for 2-3 candidate scenes before committing; validate geometry independently via TMC-2's own stereo triplet, not the same DEM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&lt;Your Team Name&gt;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A reusable registration pipeline across all three Chandrayaan-2 instruments, supporting mosaicking, DEM generation, and landing-site selection workflows - not a single-scene demo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Targets a specific, named gap in public tooling (ISRO's own OPTIMUS landing-site pipeline is undocumented); every reported metric is measured and reproducible from logged runs, not asserted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&lt;Your Team Name&gt;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Makharia et al., “Benchmarking Classical vs. Deep-Learning Feature Matching on Chandrayaan-2 Imagery,” ISRO SAC, 2025 [verify exact title/DOI before submission]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Data sources: Chandrayaan Map Browse (chmapbrowse.issdc.gov.in), ISSDC PRADAN (pradan.issdc.gov.in), LROC NAC + QuickMap (lroc.im-ldi.com), JAXA SELENE archive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DEM: LOLA gridded data products / SLDEM2015 (LOLA + Kaguya Terrain Camera), NASA PDS Geosciences Node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Crater catalog: LPI/USGS Lunar Crater Database or Robbins (2019) global lunar crater catalog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&lt;Your Team Name&gt;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